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27432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19456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Load Balancer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38BDF8"/>
                </a:solidFill>
                <a:latin typeface="Calibri"/>
              </a:defRPr>
            </a:pPr>
            <a:r>
              <a:t>with Nginx on AlmaLinux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97680"/>
            <a:ext cx="4572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High-Availability Web Infrastructure  |  Step-by-Step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654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April 2026  |  AlmaLinux 10  |  Nginx 1.26  |  PHP-FPM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 / 16</a:t>
            </a:r>
          </a:p>
        </p:txBody>
      </p:sp>
      <p:sp>
        <p:nvSpPr>
          <p:cNvPr id="11" name="Text 6"/>
          <p:cNvSpPr txBox="1"/>
          <p:nvPr/>
        </p:nvSpPr>
        <p:spPr>
          <a:xfrm>
            <a:off x="8138160" y="3467100"/>
            <a:ext cx="34417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Group-2:</a:t>
            </a:r>
            <a:endParaRPr>
              <a:sym typeface="+mn-ea"/>
            </a:endParaRPr>
          </a:p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1. </a:t>
            </a:r>
            <a:r>
              <a:rPr>
                <a:sym typeface="+mn-ea"/>
              </a:rPr>
              <a:t>Suon</a:t>
            </a:r>
            <a:r>
              <a:rPr>
                <a:sym typeface="+mn-ea"/>
              </a:rPr>
              <a:t> Pisey</a:t>
            </a:r>
            <a:endParaRPr>
              <a:sym typeface="+mn-ea"/>
            </a:endParaRPr>
          </a:p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2. Nem Sothea</a:t>
            </a:r>
            <a:endParaRPr>
              <a:sym typeface="+mn-ea"/>
            </a:endParaRPr>
          </a:p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3. </a:t>
            </a:r>
            <a:r>
              <a:rPr>
                <a:sym typeface="+mn-ea"/>
              </a:rPr>
              <a:t>Sourn</a:t>
            </a:r>
            <a:r>
              <a:rPr>
                <a:sym typeface="+mn-ea"/>
              </a:rPr>
              <a:t> </a:t>
            </a:r>
            <a:r>
              <a:rPr>
                <a:sym typeface="+mn-ea"/>
              </a:rPr>
              <a:t>Savourn</a:t>
            </a:r>
            <a:endParaRPr>
              <a:sym typeface="+mn-ea"/>
            </a:endParaRPr>
          </a:p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4. </a:t>
            </a:r>
            <a:r>
              <a:rPr>
                <a:sym typeface="+mn-ea"/>
              </a:rPr>
              <a:t>Oun</a:t>
            </a:r>
            <a:r>
              <a:rPr>
                <a:sym typeface="+mn-ea"/>
              </a:rPr>
              <a:t> </a:t>
            </a:r>
            <a:r>
              <a:rPr>
                <a:sym typeface="+mn-ea"/>
              </a:rPr>
              <a:t>Sreynich</a:t>
            </a:r>
            <a:endParaRPr>
              <a:sym typeface="+mn-ea"/>
            </a:endParaRPr>
          </a:p>
          <a:p>
            <a:pPr lvl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800" b="0">
                <a:solidFill>
                  <a:srgbClr val="CBD5E1"/>
                </a:solidFill>
                <a:latin typeface="Calibri"/>
              </a:defRPr>
            </a:pPr>
            <a:r>
              <a:rPr>
                <a:sym typeface="+mn-ea"/>
              </a:rPr>
              <a:t>5. Moeun Nithvaraman</a:t>
            </a:r>
            <a:endParaRPr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OVERVIEW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904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390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Why Use a Load Balancer?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877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Architecture &amp; Process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3633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Environment Details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849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Phase 1 : VM1 - Websites +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336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Phase 1 : Configuration &amp; SELinux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59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8225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Phase 2 : VM2 - Load Balancer Setup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1031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0904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Demo : Site A &amp; Site 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6517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6390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Demo : Health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20040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1877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Demo : Nginx Load Balancer in 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749039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73633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Verification &amp; Testing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29768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849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84632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8336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Extending the Infrastructure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394959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38225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394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01  PROJECT OVERVIEW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Two virtual machines working together as a high-availability web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VM1  -  Web Server  (192.168.1.8)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33756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Site A on port 8081 (Primary Web App)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Site B on port 8082 (Secondary Web App)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Health Dashboard on port 8080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PHP-FPM for dynamic content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Real-time uptime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81266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78BFA"/>
                </a:solidFill>
                <a:latin typeface="Calibri"/>
              </a:defRPr>
            </a:pPr>
            <a:r>
              <a:t>VM2  -  Load Balancer  (192.168.1.20)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33756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Nginx reverse proxy on port 80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Round-robin traffic distribution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Proxies to VM1:8081 and VM1:8082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Automatic failover on backend failure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Single public entry point for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02  WHY LOAD BALANCER?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Use a Load Balancer?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High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If one backend fails, traffic is automatically</a:t>
            </a:r>
            <a:br/>
            <a:r>
              <a:t>redirected to the healthy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9456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DE80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971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Add more backend servers without changing</a:t>
            </a:r>
            <a:br/>
            <a:r>
              <a:t>the public endpoint.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219456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599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9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alibri"/>
              </a:defRPr>
            </a:pPr>
            <a:r>
              <a:t>Traffic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9" y="2971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Prevents overload on a single server using</a:t>
            </a:r>
            <a:br/>
            <a:r>
              <a:t>round-robin, least connections, etc.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3383280" cy="5080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923C"/>
                </a:solidFill>
                <a:latin typeface="Calibri"/>
              </a:defRPr>
            </a:pPr>
            <a:r>
              <a:t>Zero-Downtime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49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Take one backend offline while the</a:t>
            </a:r>
            <a:br/>
            <a:r>
              <a:t>other continues serving requests.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5720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0559" y="4572000"/>
            <a:ext cx="3383280" cy="5080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72B6"/>
                </a:solidFill>
                <a:latin typeface="Calibri"/>
              </a:defRPr>
            </a:pPr>
            <a:r>
              <a:t>Simplified SSL/TLS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5349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Terminate certificates on the load balancer</a:t>
            </a:r>
            <a:br/>
            <a:r>
              <a:t>only - backends stay simple.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03  ARCHITECTURE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&amp; Process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2560320" cy="64008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2057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Client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2697480"/>
            <a:ext cx="5080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3108960"/>
            <a:ext cx="512064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3108960"/>
            <a:ext cx="5120640" cy="508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246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alibri"/>
              </a:defRPr>
            </a:pPr>
            <a:r>
              <a:t>VM2  -  Nginx Load Balancer  (port 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upstream: 192.168.1.8:8081  |  192.168.1.8:8082</a:t>
            </a:r>
            <a:br/>
            <a:r>
              <a:t>Algorithm: Round-Robin  |  Failover: Automatic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572000"/>
            <a:ext cx="5080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79" y="4572000"/>
            <a:ext cx="5080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493776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4937760"/>
            <a:ext cx="2743200" cy="508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Site A  (port 8081)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440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Primary Web Application</a:t>
            </a:r>
            <a:br/>
            <a:r>
              <a:t>VM1: 192.168.1.8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3776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4937760"/>
            <a:ext cx="2743200" cy="508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Site B  (port 8082)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440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Secondary Web Application</a:t>
            </a:r>
            <a:br/>
            <a:r>
              <a:t>VM1: 192.168.1.8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2560320" cy="508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B923C"/>
                </a:solidFill>
                <a:latin typeface="Calibri"/>
              </a:defRPr>
            </a:pPr>
            <a:r>
              <a:t>Health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Port 8080</a:t>
            </a:r>
            <a:br/>
            <a:r>
              <a:t>Auto-refresh every 10s</a:t>
            </a:r>
            <a:br/>
            <a:r>
              <a:t>Monitors both backends</a:t>
            </a:r>
            <a:br/>
            <a:r>
              <a:t>Response time in 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2286000"/>
            <a:ext cx="2560320" cy="3931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B6"/>
                </a:solidFill>
                <a:latin typeface="Calibri"/>
              </a:defRPr>
            </a:pPr>
            <a:r>
              <a:t>Request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1.  User accesses http://&lt;VM2_IP&gt;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2.  Nginx selects a backend (round-robin)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3.  Request proxied to VM1 :8081 or :8082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4.  Backend responds through Nginx to client</a:t>
            </a:r>
          </a:p>
          <a:p>
            <a:pPr algn="l">
              <a:lnSpc>
                <a:spcPts val="198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5.  Dashboard checks health every 10 seconds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04  ENVIRONMENT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Environment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AlmaLinux 10 (RHEL-compatible)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194560"/>
            <a:ext cx="2560320" cy="508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Web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DE80"/>
                </a:solidFill>
                <a:latin typeface="Calibri"/>
              </a:defRPr>
            </a:pPr>
            <a:r>
              <a:t>Nginx 1.26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194560"/>
            <a:ext cx="2560320" cy="508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Dynamic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alibri"/>
              </a:defRPr>
            </a:pPr>
            <a:r>
              <a:t>PHP-FPM 8.x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2194560"/>
            <a:ext cx="2560320" cy="5080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Firewall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017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923C"/>
                </a:solidFill>
                <a:latin typeface="Calibri"/>
              </a:defRPr>
            </a:pPr>
            <a:r>
              <a:t>firewalld (optional)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2560320" cy="5080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SELinux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72B6"/>
                </a:solidFill>
                <a:latin typeface="Calibri"/>
              </a:defRPr>
            </a:pPr>
            <a:r>
              <a:t>Enforcing (custom booleans/ports)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297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66160" y="4297680"/>
            <a:ext cx="256032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VM1 IP Address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8BDF8"/>
                </a:solidFill>
                <a:latin typeface="Calibri"/>
              </a:defRPr>
            </a:pPr>
            <a:r>
              <a:t>192.168.1.8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297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4297680"/>
            <a:ext cx="2560320" cy="508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VM2 IP Address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DE80"/>
                </a:solidFill>
                <a:latin typeface="Calibri"/>
              </a:defRPr>
            </a:pPr>
            <a:r>
              <a:t>192.168.1.20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297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4297680"/>
            <a:ext cx="2560320" cy="508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Dashboard 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120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78BFA"/>
                </a:solidFill>
                <a:latin typeface="Calibri"/>
              </a:defRPr>
            </a:pPr>
            <a:r>
              <a:t>8080 (health monitoring)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05  PHASE 1: VM1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1: VM1 - Two Websites +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Step 1: Install Nginx &amp; PHP-FPM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69748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sudo dnf install -y nginx php php-fpm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sudo systemctl enable --now nginx php-fpm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Provides web serving + dynamic PHP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DE80"/>
                </a:solidFill>
                <a:latin typeface="Calibri"/>
              </a:defRPr>
            </a:pPr>
            <a:r>
              <a:t>Step 2: Create Website Directories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697480"/>
            <a:ext cx="13716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834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/var/www/site_a/html   (Site A)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/var/www/site_b/html   (Site B)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/var/www/dashboard/html (Dashboard)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78BFA"/>
                </a:solidFill>
                <a:latin typeface="Calibri"/>
              </a:defRPr>
            </a:pPr>
            <a:r>
              <a:t>Step 3: Create Sample Pages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98348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index.html with welcome message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uptime.php for live server uptime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Each site has unique styling &amp; identity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923C"/>
                </a:solidFill>
                <a:latin typeface="Calibri"/>
              </a:defRPr>
            </a:pPr>
            <a:r>
              <a:t>Step 4: Configure Nginx Virtual Hosts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983480"/>
            <a:ext cx="13716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51206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site_a.conf  -  listen 8081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site_b.conf  -  listen 8082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dashboard.conf  -  listen 8080 (PHP)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06  CONFIG &amp; SELINUX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1: Configuration &amp; SELinux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Nginx Virtual Host Configuration (site_a.conf)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48640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server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listen 8081;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root /var/www/site_a/html;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index index.html index.php;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location ~ \.php$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fastcgi_pass unix:/run/php-fpm/www.sock;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include fastcgi_params;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fastcgi_param SCRIPT_FILENAME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    $document_root$fastcgi_script_name;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}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B923C"/>
                </a:solidFill>
                <a:latin typeface="Calibri"/>
              </a:defRPr>
            </a:pPr>
            <a:r>
              <a:t>SELinux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468880"/>
            <a:ext cx="502920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60604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# Allow custom ports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semanage port -a -t http_port_t \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-p tcp 8081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semanage port -a -t http_port_t \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-p tcp 8082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semanage port -a -t http_port_t \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-p tcp 8080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# Allow network connections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setsebool -P \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httpd_can_network_connect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B6"/>
                </a:solidFill>
                <a:latin typeface="Calibri"/>
              </a:defRPr>
            </a:pPr>
            <a:r>
              <a:t>Firewall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989320"/>
            <a:ext cx="5029200" cy="640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firewall-cmd --permanent --add-port={8081,8082,8080}/tcp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firewall-cmd --reload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DE80"/>
                </a:solidFill>
                <a:latin typeface="Calibri"/>
              </a:defRPr>
            </a:pPr>
            <a:r>
              <a:t>Validate &amp; Restart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989320"/>
            <a:ext cx="5029200" cy="640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nginx -t &amp;&amp; sudo systemctl restart nginx php-fpm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07  PHASE 2: VM2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2: VM2 - Nginx Load Balancer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8BFA"/>
                </a:solidFill>
                <a:latin typeface="Calibri"/>
              </a:defRPr>
            </a:pPr>
            <a:r>
              <a:t>Load Balancer Config  (/etc/nginx/conf.d/load_balancer.conf)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669280" cy="38404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upstream backend_servers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server 192.168.1.8:8081;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server 192.168.1.8:8082;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}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server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listen 80;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location /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proxy_pass http://backend_servers;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proxy_set_header Host $host;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proxy_set_header X-Real-IP $remote_addr;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}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location /dashboard {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    proxy_pass http://192.168.1.8:8080;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    }</a:t>
            </a:r>
          </a:p>
          <a:p>
            <a:pPr algn="l">
              <a:lnSpc>
                <a:spcPts val="1680"/>
              </a:lnSpc>
              <a:spcAft>
                <a:spcPts val="40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03120"/>
            <a:ext cx="4937760" cy="10058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2103120"/>
            <a:ext cx="63500" cy="100584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Step 1: Install Nginx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dnf install -y nginx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246120"/>
            <a:ext cx="4937760" cy="10058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0" y="3246120"/>
            <a:ext cx="63500" cy="100584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DE80"/>
                </a:solidFill>
                <a:latin typeface="Calibri"/>
              </a:defRPr>
            </a:pPr>
            <a:r>
              <a:t>Step 2: SELinux Boolean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setsebool -P httpd_can_network_connect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389120"/>
            <a:ext cx="4937760" cy="10058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0" y="4389120"/>
            <a:ext cx="63500" cy="100584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B923C"/>
                </a:solidFill>
                <a:latin typeface="Calibri"/>
              </a:defRPr>
            </a:pPr>
            <a:r>
              <a:t>Step 3: Open Firewall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firewall-cmd --permanent --add-service=http</a:t>
            </a:r>
            <a:br/>
            <a:r>
              <a:t>sudo firewall-cmd --reload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5532120"/>
            <a:ext cx="4937760" cy="10058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6560" y="5532120"/>
            <a:ext cx="63500" cy="100584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B6"/>
                </a:solidFill>
                <a:latin typeface="Calibri"/>
              </a:defRPr>
            </a:pPr>
            <a:r>
              <a:t>Step 4: Start Nginx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989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systemctl enable --now nginx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08  DEMO: WEBSITES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Demo: Site A &amp; Site 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577840" cy="333756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sites-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539496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577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Site A  -  Primary Web Application  (port 8081)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Server IP: 192.168.1.8  |  Status: Healthy &amp; Running  |  Uptime: 49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577840" cy="333756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bsites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5394960" cy="3154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577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B6"/>
                </a:solidFill>
                <a:latin typeface="Calibri"/>
              </a:defRPr>
            </a:pPr>
            <a:r>
              <a:t>Site B  -  Secondary Web Application  (port 8082)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943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Server IP: 192.168.1.8  |  Status: Healthy &amp; Running  |  Uptime: 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09  HEALTH DASHBOARD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Demo: Health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7680960" cy="429768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alth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7498079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210312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2103120"/>
            <a:ext cx="50800" cy="96012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76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Auto-Refresh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514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Updates every 10</a:t>
            </a:r>
            <a:br/>
            <a:r>
              <a:t>seconds automatically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20040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0" y="3200400"/>
            <a:ext cx="50800" cy="96012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32735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DE80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611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Measures latency in</a:t>
            </a:r>
            <a:br/>
            <a:r>
              <a:t>milliseconds per 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29768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4297680"/>
            <a:ext cx="50800" cy="96012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3708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B923C"/>
                </a:solidFill>
                <a:latin typeface="Calibri"/>
              </a:defRPr>
            </a:pPr>
            <a:r>
              <a:t>Status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7091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Green = UP, Red = DOWN</a:t>
            </a:r>
            <a:br/>
            <a:r>
              <a:t>Real-time health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394959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5394959"/>
            <a:ext cx="50800" cy="96012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546811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472B6"/>
                </a:solidFill>
                <a:latin typeface="Calibri"/>
              </a:defRPr>
            </a:pPr>
            <a:r>
              <a:t>Dual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80643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Monitors both Site A</a:t>
            </a:r>
            <a:br/>
            <a:r>
              <a:t>(:8081) and Site B (:8082)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10  LB IN ACTION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Demo: Nginx Load Balancer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7680960" cy="429768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ginxstat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7498079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210312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2103120"/>
            <a:ext cx="50800" cy="96012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76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Round-Robin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514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curl shows alternating</a:t>
            </a:r>
            <a:br/>
            <a:r>
              <a:t>responses: Site A then</a:t>
            </a:r>
            <a:br/>
            <a:r>
              <a:t>Site B then Site A...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20040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0" y="3200400"/>
            <a:ext cx="50800" cy="96012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32735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DE80"/>
                </a:solidFill>
                <a:latin typeface="Calibri"/>
              </a:defRPr>
            </a:pPr>
            <a:r>
              <a:t>Access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611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tail -f shows requests</a:t>
            </a:r>
            <a:br/>
            <a:r>
              <a:t>being distributed across</a:t>
            </a:r>
            <a:br/>
            <a:r>
              <a:t>both backends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297680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4297680"/>
            <a:ext cx="50800" cy="96012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3708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78BFA"/>
                </a:solidFill>
                <a:latin typeface="Calibri"/>
              </a:defRPr>
            </a:pPr>
            <a:r>
              <a:t>Service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7091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systemctl status nginx</a:t>
            </a:r>
            <a:br/>
            <a:r>
              <a:t>shows active (running)</a:t>
            </a:r>
            <a:br/>
            <a:r>
              <a:t>on VM2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394959"/>
            <a:ext cx="3291840" cy="960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0" y="5394959"/>
            <a:ext cx="50800" cy="96012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546811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B923C"/>
                </a:solidFill>
                <a:latin typeface="Calibri"/>
              </a:defRPr>
            </a:pPr>
            <a:r>
              <a:t>HTTP 200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80643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All responses return</a:t>
            </a:r>
            <a:br/>
            <a:r>
              <a:t>HTTP 200 - backends</a:t>
            </a:r>
            <a:br/>
            <a:r>
              <a:t>are healthy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11  TESTING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Verification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381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Site A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curl http://192.168.1.8:8081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Welcome message or styled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5303520" cy="381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Site B 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curl http://192.168.1.8:8082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Welcome message or styled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303520" cy="381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78BFA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curl http://192.168.1.8:8080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Health status JSON or 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56616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3566160"/>
            <a:ext cx="5303520" cy="3810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B923C"/>
                </a:solidFill>
                <a:latin typeface="Calibri"/>
              </a:defRPr>
            </a:pPr>
            <a:r>
              <a:t>Load Balancer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69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curl http://192.168.1.20 (x3)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89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Alternating: Site A, B, A...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5029200"/>
            <a:ext cx="5303520" cy="3810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B6"/>
                </a:solidFill>
                <a:latin typeface="Calibri"/>
              </a:defRPr>
            </a:pPr>
            <a:r>
              <a:t>Dashboard via LB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curl http://192.168.1.20/dashboard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52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Dashboard HTML page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029200"/>
            <a:ext cx="5303520" cy="12801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5029200"/>
            <a:ext cx="5303520" cy="381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166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Failure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532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DE80"/>
                </a:solidFill>
                <a:latin typeface="Courier New" panose="02070409020205090404"/>
              </a:defRPr>
            </a:pPr>
            <a:r>
              <a:t>sudo systemctl stop nginx (VM1)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852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Expected: VM2 stops routing to failed 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12  CHALLENGES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SELinux Blocking 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Used semanage port -a to add</a:t>
            </a:r>
            <a:br/>
            <a:r>
              <a:t>custom HTTP 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2103120"/>
            <a:ext cx="3383280" cy="508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DE80"/>
                </a:solidFill>
                <a:latin typeface="Calibri"/>
              </a:defRPr>
            </a:pPr>
            <a:r>
              <a:t>PHP-FPM Network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383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Enabled httpd_can_network_connect</a:t>
            </a:r>
            <a:br/>
            <a:r>
              <a:t>SELinux boolean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9" y="2103120"/>
            <a:ext cx="3383280" cy="508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9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8BFA"/>
                </a:solidFill>
                <a:latin typeface="Calibri"/>
              </a:defRPr>
            </a:pPr>
            <a:r>
              <a:t>Port 80 Conflict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9" y="3383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Stopped &amp; removed HAProxy that</a:t>
            </a:r>
            <a:br/>
            <a:r>
              <a:t>was occupying the 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3383280" cy="5080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B923C"/>
                </a:solidFill>
                <a:latin typeface="Calibri"/>
              </a:defRPr>
            </a:pPr>
            <a:r>
              <a:t>Nginx Syntax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Replaced config &amp; validated with</a:t>
            </a:r>
            <a:br/>
            <a:r>
              <a:t>nginx -t before restart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59" y="4389120"/>
            <a:ext cx="3383280" cy="5080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39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B6"/>
                </a:solidFill>
                <a:latin typeface="Calibri"/>
              </a:defRPr>
            </a:pPr>
            <a:r>
              <a:t>Emoji Display Issues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39" y="5394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39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Added &lt;meta charset="UTF-8"&gt;</a:t>
            </a:r>
            <a:br/>
            <a:r>
              <a:t>to all HTML pages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599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599" y="4389120"/>
            <a:ext cx="338328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9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9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PHP Socket Permission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9" y="5394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4A3B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9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Fixed via SELinux boolean +</a:t>
            </a:r>
            <a:br/>
            <a:r>
              <a:t>PHP-FPM socket permissions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13  EXTENDING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Extending the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8BDF8"/>
                </a:solidFill>
                <a:latin typeface="Calibri"/>
              </a:defRPr>
            </a:pPr>
            <a:r>
              <a:t>Add More Backends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83464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Simply add new server lines in the</a:t>
            </a:r>
            <a:br/>
            <a:r>
              <a:t>upstream block. No client-side changes</a:t>
            </a:r>
            <a:br/>
            <a:r>
              <a:t>needed - instant horizontal scaling.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945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31445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DE80"/>
                </a:solidFill>
                <a:latin typeface="Calibri"/>
              </a:defRPr>
            </a:pPr>
            <a:r>
              <a:t>Load Balancing Algorithms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59" y="2834640"/>
            <a:ext cx="109728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971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Switch from round-robin to:</a:t>
            </a:r>
            <a:br/>
            <a:r>
              <a:t>  least_conn;  (fewest connections)</a:t>
            </a:r>
            <a:br/>
            <a:r>
              <a:t>  ip_hash;  (sticky sessions)</a:t>
            </a:r>
            <a:br/>
            <a:r>
              <a:t>  random;  (randomized)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21945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599" y="2194560"/>
            <a:ext cx="3383280" cy="50800"/>
          </a:xfrm>
          <a:prstGeom prst="roundRect">
            <a:avLst>
              <a:gd name="adj" fmla="val 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78BFA"/>
                </a:solidFill>
                <a:latin typeface="Calibri"/>
              </a:defRPr>
            </a:pPr>
            <a:r>
              <a:t>Enable SSL/TLS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199" y="283464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9" y="297180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Obtain a certificate (Let's Encrypt) and</a:t>
            </a:r>
            <a:br/>
            <a:r>
              <a:t>add listen 443 ssl; on VM2.</a:t>
            </a:r>
            <a:br/>
            <a:r>
              <a:t>Backends communicate over plain HTTP.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3383280" cy="50800"/>
          </a:xfrm>
          <a:prstGeom prst="roundRect">
            <a:avLst>
              <a:gd name="adj" fmla="val 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B923C"/>
                </a:solidFill>
                <a:latin typeface="Calibri"/>
              </a:defRPr>
            </a:pPr>
            <a:r>
              <a:t>Session Persistence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5212080"/>
            <a:ext cx="109728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349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Use sticky cookie (Nginx Plus) or</a:t>
            </a:r>
            <a:br/>
            <a:r>
              <a:t>ip_hash for session affinity.</a:t>
            </a:r>
            <a:br/>
            <a:r>
              <a:t>Keeps user on same backend.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57200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80559" y="4572000"/>
            <a:ext cx="3383280" cy="50800"/>
          </a:xfrm>
          <a:prstGeom prst="roundRect">
            <a:avLst>
              <a:gd name="adj" fmla="val 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472B6"/>
                </a:solidFill>
                <a:latin typeface="Calibri"/>
              </a:defRPr>
            </a:pPr>
            <a:r>
              <a:t>Logging &amp; Monitoring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59" y="5212080"/>
            <a:ext cx="109728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59" y="5349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Access logs show which upstream handled</a:t>
            </a:r>
            <a:br/>
            <a:r>
              <a:t>each request. Integrate with Grafana or</a:t>
            </a:r>
            <a:br/>
            <a:r>
              <a:t>Prometheus for visualization.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27432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14  CONCLUSION</a:t>
            </a:r>
            <a:endParaRPr sz="1100" b="1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27432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45920" y="281635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Production-ready, scalable, and monitored web 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331927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246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Built entirely with open-source tools (Nginx + PHP-FPM)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82219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749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Load balancer ensures high availability with automatic failover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432511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Health dashboard provides real-time visibility into backend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482803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4754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SELinux enforcing mode maintained for enterprise-grade 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33095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5257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All common challenges addressed with practical solutions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669280"/>
            <a:ext cx="914400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AlmaLinux 10  |  Nginx 1.26  |  PHP-FPM 8.x  |  April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8BDF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7892</Words>
  <Application>WPS Presentation</Application>
  <PresentationFormat>On-screen Show (4:3)</PresentationFormat>
  <Paragraphs>518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Helvetica Neue</vt:lpstr>
      <vt:lpstr>Courier New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nem path</cp:lastModifiedBy>
  <cp:revision>7</cp:revision>
  <dcterms:created xsi:type="dcterms:W3CDTF">2026-04-18T07:53:15Z</dcterms:created>
  <dcterms:modified xsi:type="dcterms:W3CDTF">2026-04-18T07:53:15Z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B5B997C2F6A56AE68A30E369EE0EEB18_42</vt:lpwstr>
  </property>
  <property fmtid="{D5CDD505-2E9C-101B-9397-08002B2CF9AE}" pid="3" name="KSOProductBuildVer">
    <vt:lpwstr>1033-12.1.25852.25852</vt:lpwstr>
  </property>
</Properties>
</file>